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3529c52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3529c52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37f39825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37f39825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3529c526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3529c526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3529c526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3529c526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3529c526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3529c526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3529c526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3529c526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3529c5267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3529c5267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mattcasmith.net/2019/03/09/raspberry-pi-home-hub-email-briefing/" TargetMode="External"/><Relationship Id="rId4" Type="http://schemas.openxmlformats.org/officeDocument/2006/relationships/hyperlink" Target="https://www.youtube.com/watch?v=rjq5eZoWWSo" TargetMode="External"/><Relationship Id="rId5" Type="http://schemas.openxmlformats.org/officeDocument/2006/relationships/hyperlink" Target="https://www.youtube.com/watch?v=fkVBAcvbrjU" TargetMode="External"/><Relationship Id="rId6" Type="http://schemas.openxmlformats.org/officeDocument/2006/relationships/hyperlink" Target="https://github.com/HackerShackOfficial/Smart-Mirror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eather.gov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Morning Briefing Bot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Lars Oehler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Mission Statement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Build a programmable morning briefing system using the Raspberry Pi 3B+ with an integrated speaker system. The system will be activated daily at a time scheduled by the user and </a:t>
            </a:r>
            <a:r>
              <a:rPr lang="en"/>
              <a:t>provide a customized morning briefing on weather, obligations, or news for the day.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Usefulness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 user of daily tasks.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Alarm clock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Entertainment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Works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Daily Email Briefing with Pi: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https://mattcasmith.net/2019/03/09/raspberry-pi-home-hub-email-briefing/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Integrate local text to speech with Pi: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https://www.youtube.com/watch?v=rjq5eZoWWSo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Raspberry Pi Smart Mirror: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Youtube Tutorial: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https://www.youtube.com/watch?v=fkVBAcvbrjU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Repository: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https://github.com/HackerShackOfficial/Smart-Mirror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Briefing Pipeline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Python code to access relevant APIs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weather.gov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Python program to prompt user for events to be briefed 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Text To Speech library to construct audio output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Piper TTS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Library to convert digital audio files to analog audio output through 3.5mm jack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Speaker to connect to the Pi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Milestones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Download </a:t>
            </a:r>
            <a:r>
              <a:rPr lang="en"/>
              <a:t>necessary</a:t>
            </a:r>
            <a:r>
              <a:rPr lang="en"/>
              <a:t> libraries onto the Pi and write python code to enable audio files to be saved onto the Pi using a text to speech library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Connect a speaker to the Raspberry Pi and configure the system to convert/output digital audio through the 3.5mm headphone jack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up an HTML front end that will allow the user to program their daily briefings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Materials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Raspberry Pi 3B+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3.5mm TRS jack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Speaker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On/Off button to connect to the 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Miscellaneous cable/solder to connect On/Off button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Containment device for the setup (TBD)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Likely cardboard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</a:t>
            </a:r>
            <a:endParaRPr/>
          </a:p>
        </p:txBody>
      </p:sp>
      <p:pic>
        <p:nvPicPr>
          <p:cNvPr id="128" name="Google Shape;128;p20" title="IMG_237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5152" y="718276"/>
            <a:ext cx="1523450" cy="2217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 title="Screenshot 2026-03-30 at 14.13.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650" y="1184796"/>
            <a:ext cx="5153725" cy="5314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0" name="Google Shape;130;p20"/>
          <p:cNvSpPr txBox="1"/>
          <p:nvPr/>
        </p:nvSpPr>
        <p:spPr>
          <a:xfrm>
            <a:off x="240650" y="1883275"/>
            <a:ext cx="2469600" cy="4617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Briefing Site Front End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" name="Google Shape;131;p20"/>
          <p:cNvCxnSpPr>
            <a:stCxn id="130" idx="3"/>
          </p:cNvCxnSpPr>
          <p:nvPr/>
        </p:nvCxnSpPr>
        <p:spPr>
          <a:xfrm flipH="1" rot="10800000">
            <a:off x="2710250" y="1849225"/>
            <a:ext cx="3305700" cy="2649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20"/>
          <p:cNvCxnSpPr>
            <a:stCxn id="129" idx="3"/>
          </p:cNvCxnSpPr>
          <p:nvPr/>
        </p:nvCxnSpPr>
        <p:spPr>
          <a:xfrm flipH="1" rot="10800000">
            <a:off x="5394375" y="1089034"/>
            <a:ext cx="824100" cy="3615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3" name="Google Shape;13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550" y="3210450"/>
            <a:ext cx="1523450" cy="152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>
            <a:off x="6378625" y="2935775"/>
            <a:ext cx="1456500" cy="531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TTS Library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744927">
            <a:off x="2163324" y="3144242"/>
            <a:ext cx="3968726" cy="7263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20"/>
          <p:cNvCxnSpPr/>
          <p:nvPr/>
        </p:nvCxnSpPr>
        <p:spPr>
          <a:xfrm flipH="1">
            <a:off x="1988425" y="2646950"/>
            <a:ext cx="4230000" cy="12366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